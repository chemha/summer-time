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3526D-FDC7-441E-8BF3-3679B4BA93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Proyecto de fin de curso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84E159-205E-486B-BB0A-E8CE06957E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Escuela de verano time</a:t>
            </a:r>
          </a:p>
        </p:txBody>
      </p:sp>
    </p:spTree>
    <p:extLst>
      <p:ext uri="{BB962C8B-B14F-4D97-AF65-F5344CB8AC3E}">
        <p14:creationId xmlns:p14="http://schemas.microsoft.com/office/powerpoint/2010/main" val="1424706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8A8E2-B274-4474-B8C7-306F8F46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Necesidades del cliente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26A16-7EE0-4A61-8F39-B9B4D13DF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Desarrollar una web para una escuela de verano</a:t>
            </a:r>
          </a:p>
          <a:p>
            <a:r>
              <a:rPr lang="es-ES" dirty="0"/>
              <a:t>Poder gestionar los datos de la escuela</a:t>
            </a:r>
          </a:p>
          <a:p>
            <a:r>
              <a:rPr lang="es-ES" dirty="0"/>
              <a:t>Tener disponible una parte de la web “de cara al público”</a:t>
            </a:r>
          </a:p>
          <a:p>
            <a:r>
              <a:rPr lang="es-ES" dirty="0"/>
              <a:t>Roles de usuario</a:t>
            </a:r>
          </a:p>
          <a:p>
            <a:r>
              <a:rPr lang="es-ES" dirty="0"/>
              <a:t>Responsive</a:t>
            </a:r>
          </a:p>
        </p:txBody>
      </p:sp>
    </p:spTree>
    <p:extLst>
      <p:ext uri="{BB962C8B-B14F-4D97-AF65-F5344CB8AC3E}">
        <p14:creationId xmlns:p14="http://schemas.microsoft.com/office/powerpoint/2010/main" val="2216047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6AC44-F70D-43F3-A8C9-E8771FF8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trabajaban hasta ahora?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6A8B1C28-6B4E-4BDB-A1DD-FFFAF4477B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1" y="2097088"/>
            <a:ext cx="5669859" cy="3021711"/>
          </a:xfr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562A2A8D-1CCF-434E-A645-016601EA36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49941" y="2097088"/>
            <a:ext cx="5669860" cy="3021711"/>
          </a:xfrm>
        </p:spPr>
      </p:pic>
    </p:spTree>
    <p:extLst>
      <p:ext uri="{BB962C8B-B14F-4D97-AF65-F5344CB8AC3E}">
        <p14:creationId xmlns:p14="http://schemas.microsoft.com/office/powerpoint/2010/main" val="164511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D2023-CB9F-4F26-920D-1302138E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Desventajas de esta forma de trabajo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9033DD-DC50-4A96-95A8-2E8A1A2D2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Poca flexibilidad</a:t>
            </a:r>
          </a:p>
          <a:p>
            <a:endParaRPr lang="es-ES" dirty="0"/>
          </a:p>
          <a:p>
            <a:r>
              <a:rPr lang="es-ES" dirty="0"/>
              <a:t>Dependen de un servidor local</a:t>
            </a:r>
          </a:p>
          <a:p>
            <a:endParaRPr lang="es-ES" dirty="0"/>
          </a:p>
          <a:p>
            <a:r>
              <a:rPr lang="es-ES" dirty="0"/>
              <a:t>Solo pueden trabajar desde un sistema Windows</a:t>
            </a:r>
          </a:p>
          <a:p>
            <a:endParaRPr lang="es-ES" dirty="0"/>
          </a:p>
          <a:p>
            <a:r>
              <a:rPr lang="es-ES" dirty="0"/>
              <a:t>Diseño poco intuitivo</a:t>
            </a:r>
          </a:p>
        </p:txBody>
      </p:sp>
    </p:spTree>
    <p:extLst>
      <p:ext uri="{BB962C8B-B14F-4D97-AF65-F5344CB8AC3E}">
        <p14:creationId xmlns:p14="http://schemas.microsoft.com/office/powerpoint/2010/main" val="124152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3FC41-0530-415E-B6F7-05D8B834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de mi aplicación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E30353-EC8B-4B97-B600-29BBC386E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Mucho más flexible (búsquedas simples, paginación, ordenación…)</a:t>
            </a:r>
          </a:p>
          <a:p>
            <a:r>
              <a:rPr lang="es-ES" dirty="0"/>
              <a:t>Desplegada en un servidor en la nube</a:t>
            </a:r>
          </a:p>
          <a:p>
            <a:r>
              <a:rPr lang="es-ES" dirty="0"/>
              <a:t>Accesible desde la mayoría de dispositivos</a:t>
            </a:r>
          </a:p>
          <a:p>
            <a:r>
              <a:rPr lang="es-ES" dirty="0"/>
              <a:t>Mejor diseño visual</a:t>
            </a:r>
          </a:p>
          <a:p>
            <a:r>
              <a:rPr lang="es-ES" dirty="0"/>
              <a:t>Más intuitiva</a:t>
            </a:r>
          </a:p>
          <a:p>
            <a:r>
              <a:rPr lang="es-ES" dirty="0"/>
              <a:t>Disponibilidad de un manual de usuario y de desarrollador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7272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FF737-73BB-426A-B32C-27B1D30A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Bocetado (baja fidelidad)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884CF29C-1922-4DED-85E3-9AB56A9DC2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2285806"/>
            <a:ext cx="4878387" cy="3469075"/>
          </a:xfr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F57CE15E-FDE1-4F06-8B5A-B5FC5843C3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86935"/>
            <a:ext cx="4875213" cy="3466818"/>
          </a:xfrm>
        </p:spPr>
      </p:pic>
    </p:spTree>
    <p:extLst>
      <p:ext uri="{BB962C8B-B14F-4D97-AF65-F5344CB8AC3E}">
        <p14:creationId xmlns:p14="http://schemas.microsoft.com/office/powerpoint/2010/main" val="386935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7C50B-D994-4B37-B87E-6C70CCC3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Bocetado (alta fidelidad)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4C7CE2F-B156-4B35-90D8-C2DBEBE84A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2285806"/>
            <a:ext cx="4878387" cy="3469075"/>
          </a:xfr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26A8BD60-D7FD-42D0-A2BA-07371E3EE7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86935"/>
            <a:ext cx="4875213" cy="3466818"/>
          </a:xfrm>
        </p:spPr>
      </p:pic>
    </p:spTree>
    <p:extLst>
      <p:ext uri="{BB962C8B-B14F-4D97-AF65-F5344CB8AC3E}">
        <p14:creationId xmlns:p14="http://schemas.microsoft.com/office/powerpoint/2010/main" val="143040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55B90-B7F0-40F7-AF01-1CB51E60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Bocetado (maqueta)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0C5425A-1E91-4D11-A70E-C512D28B95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2285806"/>
            <a:ext cx="4878387" cy="3469075"/>
          </a:xfr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D7ACE887-24A0-4A7D-928B-9EC8F33847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86935"/>
            <a:ext cx="4875213" cy="3466818"/>
          </a:xfrm>
        </p:spPr>
      </p:pic>
    </p:spTree>
    <p:extLst>
      <p:ext uri="{BB962C8B-B14F-4D97-AF65-F5344CB8AC3E}">
        <p14:creationId xmlns:p14="http://schemas.microsoft.com/office/powerpoint/2010/main" val="27822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A248B-4786-441B-A506-53CFEBBC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 utilizadas para el despliegue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47A618-DAFE-4C3B-A1E0-0930F6AE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Ubuntu Server 18.04</a:t>
            </a:r>
          </a:p>
          <a:p>
            <a:endParaRPr lang="es-ES" dirty="0"/>
          </a:p>
          <a:p>
            <a:r>
              <a:rPr lang="es-ES" dirty="0"/>
              <a:t>Git</a:t>
            </a:r>
          </a:p>
          <a:p>
            <a:endParaRPr lang="es-ES" dirty="0"/>
          </a:p>
          <a:p>
            <a:r>
              <a:rPr lang="es-ES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1860691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A8E2D-18BA-4085-8F03-8FEEBDE9E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 utilizadas en el desarrollo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5201044-D626-41BF-BF3D-67BC6FABE5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Lenguajes</a:t>
            </a:r>
          </a:p>
          <a:p>
            <a:pPr lvl="1"/>
            <a:r>
              <a:rPr lang="es-ES" dirty="0"/>
              <a:t>HTML5</a:t>
            </a:r>
          </a:p>
          <a:p>
            <a:pPr lvl="1"/>
            <a:r>
              <a:rPr lang="es-ES" dirty="0"/>
              <a:t>CSS</a:t>
            </a:r>
          </a:p>
          <a:p>
            <a:pPr lvl="1"/>
            <a:r>
              <a:rPr lang="es-ES" dirty="0"/>
              <a:t>PHP 8.1</a:t>
            </a:r>
          </a:p>
          <a:p>
            <a:pPr lvl="1"/>
            <a:r>
              <a:rPr lang="es-ES" dirty="0"/>
              <a:t>JavaScript</a:t>
            </a:r>
          </a:p>
          <a:p>
            <a:pPr lvl="1"/>
            <a:r>
              <a:rPr lang="es-ES" dirty="0"/>
              <a:t>SQL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039058-D2B4-4396-93FA-5DEB2D506C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 err="1"/>
              <a:t>Frameworks</a:t>
            </a:r>
            <a:endParaRPr lang="es-ES" dirty="0"/>
          </a:p>
          <a:p>
            <a:pPr lvl="1"/>
            <a:r>
              <a:rPr lang="es-ES" dirty="0"/>
              <a:t>Laravel 9</a:t>
            </a:r>
          </a:p>
          <a:p>
            <a:pPr lvl="1"/>
            <a:r>
              <a:rPr lang="es-ES" dirty="0"/>
              <a:t>Bootstrap 5.1</a:t>
            </a:r>
          </a:p>
          <a:p>
            <a:pPr lvl="1"/>
            <a:r>
              <a:rPr lang="es-ES" dirty="0" err="1"/>
              <a:t>Jquery</a:t>
            </a:r>
            <a:endParaRPr lang="es-ES" dirty="0"/>
          </a:p>
          <a:p>
            <a:pPr lvl="1"/>
            <a:r>
              <a:rPr lang="es-ES" dirty="0" err="1"/>
              <a:t>React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49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6FF5FC0-DC3B-41EA-8439-B7B7A699E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s-ES" dirty="0"/>
              <a:t>Diseño de la base de datos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B1021036-4BB8-403D-AC4A-D4CB25BF7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5658" y="1553202"/>
            <a:ext cx="4194944" cy="5162466"/>
          </a:xfrm>
        </p:spPr>
      </p:pic>
    </p:spTree>
    <p:extLst>
      <p:ext uri="{BB962C8B-B14F-4D97-AF65-F5344CB8AC3E}">
        <p14:creationId xmlns:p14="http://schemas.microsoft.com/office/powerpoint/2010/main" val="487234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197FF-C26C-45E1-A05F-E02DB7AAA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tests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B82CDB1-7393-4C00-B5AD-EADA9988A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492244"/>
            <a:ext cx="9906000" cy="3056200"/>
          </a:xfrm>
        </p:spPr>
      </p:pic>
    </p:spTree>
    <p:extLst>
      <p:ext uri="{BB962C8B-B14F-4D97-AF65-F5344CB8AC3E}">
        <p14:creationId xmlns:p14="http://schemas.microsoft.com/office/powerpoint/2010/main" val="2013055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ECE2E-479D-4D90-83F3-8B5A85AA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manuales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5F00A9-16AC-4668-A16A-54431B458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269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81E5D-4C23-4012-BFF9-DC04F04B74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Demostración en directo</a:t>
            </a:r>
          </a:p>
        </p:txBody>
      </p:sp>
    </p:spTree>
    <p:extLst>
      <p:ext uri="{BB962C8B-B14F-4D97-AF65-F5344CB8AC3E}">
        <p14:creationId xmlns:p14="http://schemas.microsoft.com/office/powerpoint/2010/main" val="22509027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49</TotalTime>
  <Words>169</Words>
  <Application>Microsoft Office PowerPoint</Application>
  <PresentationFormat>Panorámica</PresentationFormat>
  <Paragraphs>49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Circuito</vt:lpstr>
      <vt:lpstr>Proyecto de fin de curso</vt:lpstr>
      <vt:lpstr>Necesidades del cliente</vt:lpstr>
      <vt:lpstr>¿cómo trabajaban hasta ahora?</vt:lpstr>
      <vt:lpstr>Desventajas de esta forma de trabajo</vt:lpstr>
      <vt:lpstr>Ventajas de mi aplicación</vt:lpstr>
      <vt:lpstr>Bocetado (baja fidelidad)</vt:lpstr>
      <vt:lpstr>Bocetado (alta fidelidad)</vt:lpstr>
      <vt:lpstr>Bocetado (maqueta)</vt:lpstr>
      <vt:lpstr>Tecnologías utilizadas para el despliegue</vt:lpstr>
      <vt:lpstr>Tecnologías utilizadas en el desarrollo</vt:lpstr>
      <vt:lpstr>Diseño de la base de datos</vt:lpstr>
      <vt:lpstr>tests</vt:lpstr>
      <vt:lpstr>manuales</vt:lpstr>
      <vt:lpstr>Demostración en directo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de fin de curso</dc:title>
  <dc:creator>JMVC</dc:creator>
  <cp:lastModifiedBy>JMVC</cp:lastModifiedBy>
  <cp:revision>5</cp:revision>
  <dcterms:created xsi:type="dcterms:W3CDTF">2022-05-30T10:09:40Z</dcterms:created>
  <dcterms:modified xsi:type="dcterms:W3CDTF">2022-05-30T10:59:28Z</dcterms:modified>
</cp:coreProperties>
</file>